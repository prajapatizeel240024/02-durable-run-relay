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 2 summary. The repo, its git history and the raw transcript are the real deliverable; this deck is the two-minute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" cy="91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CHARACTERQUILT  ·  TECHNICAL SCREEN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Deployments an operator can trust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76148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service guarantees, when it may say a deployment succeeded, and what it still cannot promise.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794760"/>
            <a:ext cx="2194560" cy="1115568"/>
          </a:xfrm>
          <a:prstGeom prst="roundRect">
            <a:avLst>
              <a:gd name="adj" fmla="val 8197"/>
            </a:avLst>
          </a:prstGeom>
          <a:solidFill>
            <a:srgbClr val="18293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9136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44622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grouped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10128" y="3794760"/>
            <a:ext cx="2194560" cy="1115568"/>
          </a:xfrm>
          <a:prstGeom prst="roundRect">
            <a:avLst>
              <a:gd name="adj" fmla="val 8197"/>
            </a:avLst>
          </a:prstGeom>
          <a:solidFill>
            <a:srgbClr val="18293F"/>
          </a:solidFill>
          <a:ln/>
        </p:spPr>
      </p:sp>
      <p:sp>
        <p:nvSpPr>
          <p:cNvPr id="10" name="Text 8"/>
          <p:cNvSpPr/>
          <p:nvPr/>
        </p:nvSpPr>
        <p:spPr>
          <a:xfrm>
            <a:off x="3310128" y="39136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10128" y="44622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97296" y="3794760"/>
            <a:ext cx="2194560" cy="1115568"/>
          </a:xfrm>
          <a:prstGeom prst="roundRect">
            <a:avLst>
              <a:gd name="adj" fmla="val 8197"/>
            </a:avLst>
          </a:prstGeom>
          <a:solidFill>
            <a:srgbClr val="18293F"/>
          </a:solidFill>
          <a:ln/>
        </p:spPr>
      </p:sp>
      <p:sp>
        <p:nvSpPr>
          <p:cNvPr id="13" name="Text 11"/>
          <p:cNvSpPr/>
          <p:nvPr/>
        </p:nvSpPr>
        <p:spPr>
          <a:xfrm>
            <a:off x="5797296" y="39136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797296" y="44622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84464" y="3794760"/>
            <a:ext cx="2194560" cy="1115568"/>
          </a:xfrm>
          <a:prstGeom prst="roundRect">
            <a:avLst>
              <a:gd name="adj" fmla="val 8197"/>
            </a:avLst>
          </a:prstGeom>
          <a:solidFill>
            <a:srgbClr val="18293F"/>
          </a:solidFill>
          <a:ln/>
        </p:spPr>
      </p:sp>
      <p:sp>
        <p:nvSpPr>
          <p:cNvPr id="16" name="Text 14"/>
          <p:cNvSpPr/>
          <p:nvPr/>
        </p:nvSpPr>
        <p:spPr>
          <a:xfrm>
            <a:off x="8284464" y="39136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284464" y="44622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assertions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54406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Zeel Prajapati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57607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github.com/prajapatizeel240024/02-durable-run-relay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operator does not trust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they reported, and no way to tell which are the same problem.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8293F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755648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“Sometimes there are more drafts than we approved.”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4505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7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drafts for four approved assets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572768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8293F"/>
          </a:solidFill>
          <a:ln/>
        </p:spPr>
      </p:sp>
      <p:sp>
        <p:nvSpPr>
          <p:cNvPr id="8" name="Text 6"/>
          <p:cNvSpPr/>
          <p:nvPr/>
        </p:nvSpPr>
        <p:spPr>
          <a:xfrm>
            <a:off x="6556248" y="1755648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“Once there were fewer, and the receipt still said verified.”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56248" y="24505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7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destination lost objects and nothing noticed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8293F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447288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campaign someone cancelled kept going.”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" y="41422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7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wrote a status nobody read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3264408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8293F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48" y="3447288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stuck run takes the whole queue down with it.”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56248" y="41422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7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campaigns behind it never went out at all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1091672" cy="1042416"/>
          </a:xfrm>
          <a:prstGeom prst="roundRect">
            <a:avLst>
              <a:gd name="adj" fmla="val 7018"/>
            </a:avLst>
          </a:prstGeom>
          <a:solidFill>
            <a:srgbClr val="1E3350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2303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crash-and-restart demo runs clean anyway.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55961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actual problem: the demo exercises the one path that already works, so a green run proves nothing.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fixtures/operator_report.txt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first, then a plan, then code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that order, on purpose. Running the starter is not editing it, and half of what is wrong here is invisible in the source.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15184" cy="2944368"/>
          </a:xfrm>
          <a:prstGeom prst="roundRect">
            <a:avLst>
              <a:gd name="adj" fmla="val 2797"/>
            </a:avLst>
          </a:prstGeom>
          <a:solidFill>
            <a:srgbClr val="18293F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65960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542032"/>
            <a:ext cx="2057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it, don't just read it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338328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system into states the demo never reaches. Eight processes, not eight threads.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92424" y="1691640"/>
            <a:ext cx="2615184" cy="2944368"/>
          </a:xfrm>
          <a:prstGeom prst="roundRect">
            <a:avLst>
              <a:gd name="adj" fmla="val 2797"/>
            </a:avLst>
          </a:prstGeom>
          <a:solidFill>
            <a:srgbClr val="18293F"/>
          </a:solidFill>
          <a:ln/>
        </p:spPr>
      </p:sp>
      <p:sp>
        <p:nvSpPr>
          <p:cNvPr id="10" name="Shape 8"/>
          <p:cNvSpPr/>
          <p:nvPr/>
        </p:nvSpPr>
        <p:spPr>
          <a:xfrm>
            <a:off x="3685032" y="1965960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1" name="Text 9"/>
          <p:cNvSpPr/>
          <p:nvPr/>
        </p:nvSpPr>
        <p:spPr>
          <a:xfrm>
            <a:off x="3685032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85032" y="2542032"/>
            <a:ext cx="2057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Reproduce all eleven cases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85032" y="338328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against the untouched starter, so the grouping is a finding rather than a guess.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6208" y="1691640"/>
            <a:ext cx="2615184" cy="2944368"/>
          </a:xfrm>
          <a:prstGeom prst="roundRect">
            <a:avLst>
              <a:gd name="adj" fmla="val 2797"/>
            </a:avLst>
          </a:prstGeom>
          <a:solidFill>
            <a:srgbClr val="18293F"/>
          </a:solidFill>
          <a:ln/>
        </p:spPr>
      </p:sp>
      <p:sp>
        <p:nvSpPr>
          <p:cNvPr id="15" name="Shape 13"/>
          <p:cNvSpPr/>
          <p:nvPr/>
        </p:nvSpPr>
        <p:spPr>
          <a:xfrm>
            <a:off x="6528816" y="1965960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6" name="Text 14"/>
          <p:cNvSpPr/>
          <p:nvPr/>
        </p:nvSpPr>
        <p:spPr>
          <a:xfrm>
            <a:off x="652881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28816" y="2542032"/>
            <a:ext cx="2057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ROADMAP.md alone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28816" y="338328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source edit, with five claims in it another engineer could reasonably reject.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79992" y="1691640"/>
            <a:ext cx="2615184" cy="2944368"/>
          </a:xfrm>
          <a:prstGeom prst="roundRect">
            <a:avLst>
              <a:gd name="adj" fmla="val 2797"/>
            </a:avLst>
          </a:prstGeom>
          <a:solidFill>
            <a:srgbClr val="18293F"/>
          </a:solidFill>
          <a:ln/>
        </p:spPr>
      </p:sp>
      <p:sp>
        <p:nvSpPr>
          <p:cNvPr id="20" name="Shape 18"/>
          <p:cNvSpPr/>
          <p:nvPr/>
        </p:nvSpPr>
        <p:spPr>
          <a:xfrm>
            <a:off x="9372600" y="1965960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21" name="Text 19"/>
          <p:cNvSpPr/>
          <p:nvPr/>
        </p:nvSpPr>
        <p:spPr>
          <a:xfrm>
            <a:off x="937260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72600" y="2542032"/>
            <a:ext cx="2057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Mutation-check the tests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372600" y="338328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each guarantee in turn. A test that passes on broken code is worthless.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98348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E3350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13892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history reads in that order: starter → roadmap alone → relay → tests → demo and stress → docs → write-ups.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ROADMAP.md · committed on its own, before any source or test edit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findings that changed the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532120" cy="4800600"/>
          </a:xfrm>
          <a:prstGeom prst="roundRect">
            <a:avLst>
              <a:gd name="adj" fmla="val 1524"/>
            </a:avLst>
          </a:prstGeom>
          <a:solidFill>
            <a:srgbClr val="18293F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447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destination rewrites what you send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1847088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strips and truncates display names to 40 characters. Three of the four approved names come back different.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9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00200" y="2560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2026 ABM campaign - primary landing page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9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00200" y="2926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5AC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2026 ABM campaign - primary landi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345643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9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00200" y="3456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2026 ABM campaign email - product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382219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9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00200" y="38221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5AC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2026 ABM campaign email - product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43525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9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00200" y="43525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9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2026 ABM campaign email - product deep dive, part two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" y="471830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9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00200" y="47183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5AC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2026 ABM campaign email - product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528523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two are identical. A marketer cannot tell those two drafts apart — and the starter called it verified: true.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1234440"/>
            <a:ext cx="5330952" cy="4800600"/>
          </a:xfrm>
          <a:prstGeom prst="roundRect">
            <a:avLst>
              <a:gd name="adj" fmla="val 1524"/>
            </a:avLst>
          </a:prstGeom>
          <a:solidFill>
            <a:srgbClr val="18293F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1417320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destination loses writes, and threads hide it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29400" y="2157984"/>
            <a:ext cx="4709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rewrites its entire state with a read-modify-write and no locking.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29400" y="269748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E877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279 / 320</a:t>
            </a:r>
            <a:endParaRPr lang="en-US" sz="6200" dirty="0"/>
          </a:p>
        </p:txBody>
      </p:sp>
      <p:sp>
        <p:nvSpPr>
          <p:cNvPr id="23" name="Text 21"/>
          <p:cNvSpPr/>
          <p:nvPr/>
        </p:nvSpPr>
        <p:spPr>
          <a:xfrm>
            <a:off x="6629400" y="3794760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lost when eight processes write at once, with the state file left unparseable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29400" y="4553712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threads make stress loses one object about one run in six, which reads like noise. It is not noise — the GIL was hiding it. This is the finding I would not have got from reading the code.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ROADMAP.md §1 · reproduced against the unmodified starter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4821" y="822960"/>
            <a:ext cx="7665430" cy="54864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/>
        </p:spPr>
      </p:sp>
      <p:pic>
        <p:nvPicPr>
          <p:cNvPr id="3" name="Image 0" descr="/home/claude/work/02-durable-run-relay/docs/diagrams/01-case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5989" y="1024128"/>
            <a:ext cx="7263094" cy="5084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8686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Grouping the eleven cases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20299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 labels them c1 to c11 and gives nothing else.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935224"/>
            <a:ext cx="118872" cy="11887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" y="2880360"/>
            <a:ext cx="2761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are faults. Three are not faults at all. One is unrelated to anything the operator reported.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986784"/>
            <a:ext cx="118872" cy="11887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3931920"/>
            <a:ext cx="2761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is the control: two different keys, identical payloads, eight drafts is correct. Deduping on content would drop a campaign.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5038344"/>
            <a:ext cx="118872" cy="11887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" y="4983480"/>
            <a:ext cx="2761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c11 is a thumbnail-render timeout in another subsystem. Left alone on purpose, and said so.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ROADMAP.md §2 · docs/diagrams/01-case-map.svg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4760" y="1419562"/>
            <a:ext cx="7845552" cy="4293196"/>
          </a:xfrm>
          <a:prstGeom prst="roundRect">
            <a:avLst>
              <a:gd name="adj" fmla="val 1278"/>
            </a:avLst>
          </a:prstGeom>
          <a:solidFill>
            <a:srgbClr val="FFFFFF"/>
          </a:solidFill>
          <a:ln/>
        </p:spPr>
      </p:sp>
      <p:pic>
        <p:nvPicPr>
          <p:cNvPr id="3" name="Image 0" descr="/home/claude/work/02-durable-run-relay/docs/diagrams/03-destination-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5928" y="1620730"/>
            <a:ext cx="7443216" cy="38908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8686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duplicate drafts came from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20299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 six faults share one root cause.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935224"/>
            <a:ext cx="118872" cy="11887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" y="2880360"/>
            <a:ext cx="2761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destination stores one object per key it is given.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986784"/>
            <a:ext cx="118872" cy="11887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3931920"/>
            <a:ext cx="2761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starter's key was f"{run_id}:{asset_id}" — and the run id is minted fresh on every submit and every retry.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5038344"/>
            <a:ext cx="118872" cy="11887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" y="4983480"/>
            <a:ext cx="2761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Deriving it from the operator's idempotency key closes c2, c4 and c5, and is what makes a retry safe after an ambiguous write.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relay/core.py · Relay.external_key() · checked by OneDraftPerApprovedAsset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4760" y="1391397"/>
            <a:ext cx="7845552" cy="4349526"/>
          </a:xfrm>
          <a:prstGeom prst="roundRect">
            <a:avLst>
              <a:gd name="adj" fmla="val 1261"/>
            </a:avLst>
          </a:prstGeom>
          <a:solidFill>
            <a:srgbClr val="FFFFFF"/>
          </a:solidFill>
          <a:ln/>
        </p:spPr>
      </p:sp>
      <p:pic>
        <p:nvPicPr>
          <p:cNvPr id="3" name="Image 0" descr="/home/claude/work/02-durable-run-relay/docs/diagrams/04-lif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5928" y="1592565"/>
            <a:ext cx="7443216" cy="394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8686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deployment is allowed to be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20299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terminal state became four.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935224"/>
            <a:ext cx="118872" cy="11887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" y="2880360"/>
            <a:ext cx="2761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transition is a conditional UPDATE the database decides, not a check a worker makes and hopes still holds.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986784"/>
            <a:ext cx="118872" cy="11887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3931920"/>
            <a:ext cx="2761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'succeeded' is now expensive to reach: you get it only by reading every approved asset back and finding it matching.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5038344"/>
            <a:ext cx="118872" cy="11887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" y="4983480"/>
            <a:ext cx="2761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else lands somewhere that says what is wrong.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relay/core.py · checked by OneWorkerAtATime and CancellationSticks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4760" y="1152383"/>
            <a:ext cx="7845552" cy="4827554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/>
        </p:spPr>
      </p:sp>
      <p:pic>
        <p:nvPicPr>
          <p:cNvPr id="3" name="Image 0" descr="/home/claude/work/02-durable-run-relay/docs/diagrams/05-guarante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5928" y="1353551"/>
            <a:ext cx="7443216" cy="44252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8686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promises, and the check that fails first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20299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narrow promise you can prove beats a broad one you cannot.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935224"/>
            <a:ext cx="118872" cy="11887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" y="2880360"/>
            <a:ext cx="2761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guarantee has exactly one test class named after it.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986784"/>
            <a:ext cx="118872" cy="11887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3931920"/>
            <a:ext cx="2761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broke each guarantee in core.py in turn and confirmed only the matching class goes red — five mutations, five clean hits.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5038344"/>
            <a:ext cx="118872" cy="11887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" y="4983480"/>
            <a:ext cx="2761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remove a cause. One only stops a symptom, and the deck and the write-up both say so.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ROADMAP.md §3 · tests/test_guarantees.py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4760" y="883920"/>
            <a:ext cx="7845552" cy="5364480"/>
          </a:xfrm>
          <a:prstGeom prst="roundRect">
            <a:avLst>
              <a:gd name="adj" fmla="val 1023"/>
            </a:avLst>
          </a:prstGeom>
          <a:solidFill>
            <a:srgbClr val="FFFFFF"/>
          </a:solidFill>
          <a:ln/>
        </p:spPr>
      </p:sp>
      <p:pic>
        <p:nvPicPr>
          <p:cNvPr id="3" name="Image 0" descr="/home/claude/work/02-durable-run-relay/docs/diagrams/02-before-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5928" y="1085088"/>
            <a:ext cx="7443216" cy="49621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8686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result, side by side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20299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nine situations, before and after.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935224"/>
            <a:ext cx="118872" cy="11887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" y="2880360"/>
            <a:ext cx="2761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on both sides is real output from make demo, make test or make stress — not a description of them.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986784"/>
            <a:ext cx="118872" cy="11887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3931920"/>
            <a:ext cx="2761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demo no longer prints a clean run. The main fixture ends needs_review, and that is the point.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5038344"/>
            <a:ext cx="118872" cy="118872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" y="4983480"/>
            <a:ext cx="2761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 fixture is there to show succeeded is still reachable.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demo · make test · make stress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 removed, or symptom stopped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can be the right call under time pressure. Shipping one while describing it as the other is not.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532120" cy="4224528"/>
          </a:xfrm>
          <a:prstGeom prst="roundRect">
            <a:avLst>
              <a:gd name="adj" fmla="val 1732"/>
            </a:avLst>
          </a:prstGeom>
          <a:solidFill>
            <a:srgbClr val="18293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80" kern="0" dirty="0">
                <a:solidFill>
                  <a:srgbClr val="5F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REMOVED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9377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is the operator's key, enforced by a UNIQUE index — duplicates cannot be created rather than cleaned up after.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Claiming is a conditional UPDATE, so the double claim cannot happen.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is conditional on still holding the lease, so cancellation cannot be overwritten.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is the output of a comparison, so the receipt cannot claim more than it checked.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isolates per run and parks after three attempts, so one run cannot strand the queue.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528523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F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fixes, five causes gone.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72768"/>
            <a:ext cx="5330952" cy="4224528"/>
          </a:xfrm>
          <a:prstGeom prst="roundRect">
            <a:avLst>
              <a:gd name="adj" fmla="val 1732"/>
            </a:avLst>
          </a:prstGeom>
          <a:solidFill>
            <a:srgbClr val="18293F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17830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80" kern="0" dirty="0">
                <a:solidFill>
                  <a:srgbClr val="E5A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STOPPED, CAUSE STILL THERE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400" y="2240280"/>
            <a:ext cx="4709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9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lock around the destination. The cause is a destination that is not safe for concurrent writers, and it is not mine to change. This removes us as a cause of the loss — nothing more.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9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read-back after an ambiguous write. It does not stop the destination timing out; it stops us guessing wrong about which way the call went.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9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needs_review on the rewritten names is reporting, not repair. The drafts in HubSpot are still not what the marketer approved. Somebody has to shorten the names.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29400" y="5285232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5A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as symptoms in the write-up, not dressed up as fixes.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DECISIONS.md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bugs of my own, all caught by running things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showed up by reading the code. Two of them recreated the exact failure I was fixing.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557016" cy="3913632"/>
          </a:xfrm>
          <a:prstGeom prst="roundRect">
            <a:avLst>
              <a:gd name="adj" fmla="val 2057"/>
            </a:avLst>
          </a:prstGeom>
          <a:solidFill>
            <a:srgbClr val="18293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0083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first recover() recreated c9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3008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broke out of the loop when a run made no progress, so the runs queued behind a failing one stayed pending — the exact bug I was fixing, in new clothes.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3008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failing run now gets one attempt per pass and is stepped over for the rest of 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34256" y="1627632"/>
            <a:ext cx="3557016" cy="3913632"/>
          </a:xfrm>
          <a:prstGeom prst="roundRect">
            <a:avLst>
              <a:gd name="adj" fmla="val 2057"/>
            </a:avLst>
          </a:prstGeom>
          <a:solidFill>
            <a:srgbClr val="18293F"/>
          </a:solidFill>
          <a:ln/>
        </p:spPr>
      </p:sp>
      <p:sp>
        <p:nvSpPr>
          <p:cNvPr id="11" name="Shape 9"/>
          <p:cNvSpPr/>
          <p:nvPr/>
        </p:nvSpPr>
        <p:spPr>
          <a:xfrm>
            <a:off x="4608576" y="1874520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2" name="Text 10"/>
          <p:cNvSpPr/>
          <p:nvPr/>
        </p:nvSpPr>
        <p:spPr>
          <a:xfrm>
            <a:off x="460857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08576" y="2377440"/>
            <a:ext cx="30083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first stress.py stole live leases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08576" y="3108960"/>
            <a:ext cx="3008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workers passed reclaim_after=0.0, which force-expires a live lease. Every worker stole every run mid-flight and eight healthy deployments were parked as failed.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08576" y="4434840"/>
            <a:ext cx="3008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harness told me, which is the argument for making make stress exit non-zero rather than print a report.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19872" y="1627632"/>
            <a:ext cx="3557016" cy="3913632"/>
          </a:xfrm>
          <a:prstGeom prst="roundRect">
            <a:avLst>
              <a:gd name="adj" fmla="val 2057"/>
            </a:avLst>
          </a:prstGeom>
          <a:solidFill>
            <a:srgbClr val="18293F"/>
          </a:solidFill>
          <a:ln/>
        </p:spPr>
      </p:sp>
      <p:sp>
        <p:nvSpPr>
          <p:cNvPr id="17" name="Shape 15"/>
          <p:cNvSpPr/>
          <p:nvPr/>
        </p:nvSpPr>
        <p:spPr>
          <a:xfrm>
            <a:off x="8394192" y="1874520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8" name="Text 16"/>
          <p:cNvSpPr/>
          <p:nvPr/>
        </p:nvSpPr>
        <p:spPr>
          <a:xfrm>
            <a:off x="8394192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94192" y="2377440"/>
            <a:ext cx="30083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first destination lock was POSIX-only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94192" y="3108960"/>
            <a:ext cx="3008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caught the ImportError for fcntl and fell through to a thread lock — no lock at all across processes. Green on Linux, corrupted the destination on Windows.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94192" y="4434840"/>
            <a:ext cx="3008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now dispatches to msvcrt on Windows, and where neither exists the check for that guarantee skips with the reason instead of passing.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DECISIONS.md · what changed between the roadmap and what shipped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still cannot promise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edge of the design. All of this is in the write-up and printed by make demo.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7086600" cy="3456432"/>
          </a:xfrm>
          <a:prstGeom prst="roundRect">
            <a:avLst>
              <a:gd name="adj" fmla="val 2116"/>
            </a:avLst>
          </a:prstGeom>
          <a:solidFill>
            <a:srgbClr val="18293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10512"/>
            <a:ext cx="6492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9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stop the destination changing or deleting objects after we write them. We detect it at the next audit; we do not repair it, and nothing re-audits on a schedule.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9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make the destination store a value it refuses to store. We report the difference rather than quietly renaming the operator's asset to fit.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9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lock only covers writers that go through this relay. Anything else writing to the same destination can still lose our objects.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9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'succeeded' means the destination held what was approved at the moment we asked. It is not a claim about five minutes later.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9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run is parked, not fixed. Lease expiry is wall-clock, so badly skewed worker clocks could still allow a double claim.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909560" y="1572768"/>
            <a:ext cx="3730752" cy="3456432"/>
          </a:xfrm>
          <a:prstGeom prst="roundRect">
            <a:avLst>
              <a:gd name="adj" fmla="val 2116"/>
            </a:avLst>
          </a:prstGeom>
          <a:solidFill>
            <a:srgbClr val="1E3350"/>
          </a:solidFill>
          <a:ln/>
        </p:spPr>
      </p:sp>
      <p:sp>
        <p:nvSpPr>
          <p:cNvPr id="7" name="Text 5"/>
          <p:cNvSpPr/>
          <p:nvPr/>
        </p:nvSpPr>
        <p:spPr>
          <a:xfrm>
            <a:off x="8211312" y="18105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 YOURSELF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11312" y="230428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demo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11312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sections, walks the report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11312" y="32644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test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11312" y="3611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checks, one class per promise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11312" y="42245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stress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11312" y="4572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processes, non-zero if one breaks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github.com/prajapatizeel240024/02-durable-run-relay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742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ROADMAP.md is the plan  ·  docs/DESIGN.md is the walkthrough  ·  DECISIONS.md is the write-up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02-durable-run-relay</dc:title>
  <dc:subject>PptxGenJS Presentation</dc:subject>
  <dc:creator>Zeel Prajapati</dc:creator>
  <cp:lastModifiedBy>Zeel Prajapati</cp:lastModifiedBy>
  <cp:revision>1</cp:revision>
  <dcterms:created xsi:type="dcterms:W3CDTF">2026-08-07T17:05:08Z</dcterms:created>
  <dcterms:modified xsi:type="dcterms:W3CDTF">2026-08-07T17:05:08Z</dcterms:modified>
</cp:coreProperties>
</file>